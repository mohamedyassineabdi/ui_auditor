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html-has-lang?application=playwright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image-alt?application=playwright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label?application=playwright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landmark-one-main?application=playwright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region?application=playwright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dequeuniversity.com/rules/axe/4.11/empty-heading?application=playwright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11384280" cy="5989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1051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</a:rPr>
              <a:t>Accessibility Audit Report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63CE"/>
                </a:solidFill>
              </a:rPr>
              <a:t>127.0.0.1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331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467"/>
                </a:solidFill>
              </a:rPr>
              <a:t>Mode: fast | Pages scanned: 1 | Observations: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</a:rPr>
              <a:t>Scanned at: 2026-03-03T12:17:20.675Z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Scan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256032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1D1D"/>
                </a:solidFill>
              </a:rPr>
              <a:t>High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429000" y="1005840"/>
            <a:ext cx="2560320" cy="1097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1188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2D12"/>
                </a:solidFill>
              </a:rPr>
              <a:t>Medium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355080" y="1005840"/>
            <a:ext cx="2560320" cy="1097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</a:rPr>
              <a:t>Low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3796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1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281160" y="1005840"/>
            <a:ext cx="2560320" cy="109728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64040" y="1188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</a:rPr>
              <a:t>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64040" y="148132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Top recurring rules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2788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1. a11y:empty-heading - 1 issue(s)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30998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2. a11y:html-has-lang - 1 issue(s)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4107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3. a11y:image-alt - 1 issue(s)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721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4. a11y:label - 1 issue(s)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40325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5. a11y:landmark-one-main - 1 issue(s)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</a:rPr>
              <a:t>6. a11y:region - 1 issue(s)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</a:rPr>
              <a:t>HIGH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a11y:html-has-lang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&lt;html&gt; element must have a lang attribute (serious)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http://127.0.0.1:3899/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A11y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https://dequeuniversity.com/rules/axe/4.11/html-has-lang?application=playwright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127.0.0.1\screenshots\127.0.0.1_3899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127.0.0.1_3899___page.png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</a:rPr>
              <a:t>HIGH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a11y:image-alt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Images must have alternative text (critical)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http://127.0.0.1:3899/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A11y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img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https://dequeuniversity.com/rules/axe/4.11/image-alt?application=playwright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127.0.0.1\screenshots\127.0.0.1_3899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127.0.0.1_3899___page.png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F1D1D"/>
                </a:solidFill>
              </a:rPr>
              <a:t>HIGH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a11y:label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Form elements must have labels (critical)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http://127.0.0.1:3899/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A11y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input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https://dequeuniversity.com/rules/axe/4.11/label?application=playwright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127.0.0.1\screenshots\127.0.0.1_3899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127.0.0.1_3899___page.png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MEDIUM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a11y:landmark-one-main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Document should have one main landmark (moderate)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http://127.0.0.1:3899/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A11y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https://dequeuniversity.com/rules/axe/4.11/landmark-one-main?application=playwright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127.0.0.1\screenshots\127.0.0.1_3899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127.0.0.1_3899___page.png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2D12"/>
                </a:solidFill>
              </a:rPr>
              <a:t>MEDIUM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a11y:region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All page content should be contained by landmarks (moderate)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http://127.0.0.1:3899/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A11y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img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https://dequeuniversity.com/rules/axe/4.11/region?application=playwright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127.0.0.1\screenshots\127.0.0.1_3899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127.0.0.1_3899___page.png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</a:rPr>
              <a:t>Observation 6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834640" y="228600"/>
            <a:ext cx="1371600" cy="347472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2560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</a:rPr>
              <a:t>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749808"/>
            <a:ext cx="379476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601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Rule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170432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</a:rPr>
              <a:t>a11y:empty-heading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Observation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</a:rPr>
              <a:t>Headings should not be empty (minor)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URL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355848"/>
            <a:ext cx="34290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http://127.0.0.1:3899/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413308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Page title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4334256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A11y Test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502920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Sample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5230368"/>
            <a:ext cx="34290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827"/>
                </a:solidFill>
              </a:rPr>
              <a:t>h1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58704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467"/>
                </a:solidFill>
              </a:rPr>
              <a:t>Axe help</a:t>
            </a:r>
            <a:endParaRPr lang="en-US" sz="1000" dirty="0"/>
          </a:p>
        </p:txBody>
      </p:sp>
      <p:sp>
        <p:nvSpPr>
          <p:cNvPr id="17" name="Text 15">
            <a:hlinkClick r:id="rId1" tooltip=""/>
          </p:cNvPr>
          <p:cNvSpPr/>
          <p:nvPr/>
        </p:nvSpPr>
        <p:spPr>
          <a:xfrm>
            <a:off x="594360" y="6053328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B63CE"/>
                </a:solidFill>
                <a:uFill>
                  <a:solidFill>
                    <a:srgbClr val="0B63CE"/>
                  </a:solidFill>
                </a:u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https://dequeuniversity.com/rules/axe/4.11/empty-heading?application=playwright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749808"/>
            <a:ext cx="7360920" cy="5779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9" name="Image 0" descr="C:\dev\ai-web-auditor-mvp\output\127.0.0.1\screenshots\127.0.0.1_3899___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288" y="932688"/>
            <a:ext cx="7040880" cy="52852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90288" y="6272784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467"/>
                </a:solidFill>
              </a:rPr>
              <a:t>127.0.0.1_3899___page.png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AI Web Accessibility Auditor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A11y Audit Report - 127.0.0.1</dc:title>
  <dc:subject>Accessibility scan for 127.0.0.1</dc:subject>
  <dc:creator>AI Web Accessibility Auditor</dc:creator>
  <cp:lastModifiedBy>AI Web Accessibility Auditor</cp:lastModifiedBy>
  <cp:revision>1</cp:revision>
  <dcterms:created xsi:type="dcterms:W3CDTF">2026-03-03T12:17:25Z</dcterms:created>
  <dcterms:modified xsi:type="dcterms:W3CDTF">2026-03-03T12:17:25Z</dcterms:modified>
</cp:coreProperties>
</file>