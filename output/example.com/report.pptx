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equeuniversity.com/rules/axe/4.11/landmark-one-main?application=playwright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equeuniversity.com/rules/axe/4.11/region?application=playwright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84280" cy="5989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051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</a:rPr>
              <a:t>Accessibility Audit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3CE"/>
                </a:solidFill>
              </a:rPr>
              <a:t>example.com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467"/>
                </a:solidFill>
              </a:rPr>
              <a:t>Mode: fast | Pages scanned: 1 | Observations: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</a:rPr>
              <a:t>Scanned at: 2026-03-03T12:11:27.191Z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Scan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60320" cy="10972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1D1D"/>
                </a:solidFill>
              </a:rPr>
              <a:t>High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0" y="1005840"/>
            <a:ext cx="256032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2D12"/>
                </a:solidFill>
              </a:rPr>
              <a:t>Medium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11880" y="1481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2560320" cy="1097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1481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0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281160" y="1005840"/>
            <a:ext cx="2560320" cy="10972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404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A6E"/>
                </a:solidFill>
              </a:rPr>
              <a:t>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64040" y="1481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Top recurring rules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1. a11y:landmark-one-main - 1 issue(s)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099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2. a11y:region - 1 issue(s)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Observation 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834640" y="228600"/>
            <a:ext cx="1371600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MEDIUM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79476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a11y:landmark-one-main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Observation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Document should have one main landmark (moderate)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https://example.com/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13308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title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33425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Example Domain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50292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Sample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523036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html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58704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Axe help</a:t>
            </a:r>
            <a:endParaRPr lang="en-US" sz="10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594360" y="6053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B63CE"/>
                </a:solidFill>
                <a:uFill>
                  <a:solidFill>
                    <a:srgbClr val="0B63CE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https://dequeuniversity.com/rules/axe/4.11/landmark-one-main?application=playwright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749808"/>
            <a:ext cx="736092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9" name="Image 0" descr="C:\dev\ai-web-auditor-mvp\output\example.com\screenshots\example.com__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932688"/>
            <a:ext cx="7040880" cy="52852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90288" y="6272784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example.com___page.png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Observation 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834640" y="228600"/>
            <a:ext cx="1371600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MEDIUM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79476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a11y:region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Observation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All page content should be contained by landmarks (moderate)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https://example.com/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13308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title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33425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Example Domain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50292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Sample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523036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div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58704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Axe help</a:t>
            </a:r>
            <a:endParaRPr lang="en-US" sz="10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594360" y="6053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B63CE"/>
                </a:solidFill>
                <a:uFill>
                  <a:solidFill>
                    <a:srgbClr val="0B63CE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https://dequeuniversity.com/rules/axe/4.11/region?application=playwright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749808"/>
            <a:ext cx="736092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9" name="Image 0" descr="C:\dev\ai-web-auditor-mvp\output\example.com\screenshots\example.com__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932688"/>
            <a:ext cx="7040880" cy="52852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90288" y="6272784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example.com___page.png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AI Web Accessibility Auditor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A11y Audit Report - example.com</dc:title>
  <dc:subject>Accessibility scan for example.com</dc:subject>
  <dc:creator>AI Web Accessibility Auditor</dc:creator>
  <cp:lastModifiedBy>AI Web Accessibility Auditor</cp:lastModifiedBy>
  <cp:revision>1</cp:revision>
  <dcterms:created xsi:type="dcterms:W3CDTF">2026-03-03T12:11:36Z</dcterms:created>
  <dcterms:modified xsi:type="dcterms:W3CDTF">2026-03-03T12:11:36Z</dcterms:modified>
</cp:coreProperties>
</file>