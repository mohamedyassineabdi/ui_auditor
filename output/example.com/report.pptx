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equeuniversity.com/rules/axe/4.11/landmark-one-main?application=playwright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equeuniversity.com/rules/axe/4.11/region?application=playwright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84280" cy="5989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" y="10515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</a:rPr>
              <a:t>Accessibility Audit Report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828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3CE"/>
                </a:solidFill>
              </a:rPr>
              <a:t>example.com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</a:rPr>
              <a:t>Mode: fast | Pages scanned: 1 | Observations: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467"/>
                </a:solidFill>
              </a:rPr>
              <a:t>Scanned at: 2026-03-05T09:10:39.312Z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Scan 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2560320" cy="10972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1887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1D1D"/>
                </a:solidFill>
              </a:rPr>
              <a:t>High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29000" y="1005840"/>
            <a:ext cx="2560320" cy="10972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1880" y="11887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2D12"/>
                </a:solidFill>
              </a:rPr>
              <a:t>Medium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11880" y="14813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55080" y="1005840"/>
            <a:ext cx="2560320" cy="10972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1887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Low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14813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81160" y="1005840"/>
            <a:ext cx="2560320" cy="10972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4040" y="11887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4A6E"/>
                </a:solidFill>
              </a:rPr>
              <a:t>Pages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464040" y="14813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02920" y="2423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Top recurring rules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</a:rPr>
              <a:t>1. a11y:landmark-one-main - 1 issue(s)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3099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</a:rPr>
              <a:t>2. a11y:region - 1 issue(s)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Observation 1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834640" y="228600"/>
            <a:ext cx="137160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834640" y="256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</a:rPr>
              <a:t>MEDIUM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49808"/>
            <a:ext cx="3794760" cy="5779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Rule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170432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a11y:landmark-one-main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007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Observation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901952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</a:rPr>
              <a:t>Document should have one main landmark (moderate)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Page URL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55848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https://example.com/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413308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Page title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43342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Example Domain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502920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Sample target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5230368"/>
            <a:ext cx="3429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html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5870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Axe help</a:t>
            </a:r>
            <a:endParaRPr lang="en-US" sz="10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594360" y="605332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0B63CE"/>
                </a:solidFill>
                <a:uFill>
                  <a:solidFill>
                    <a:srgbClr val="0B63CE"/>
                  </a:solidFill>
                </a:u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https://dequeuniversity.com/rules/axe/4.11/landmark-one-main?application=playwright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34840" y="749808"/>
            <a:ext cx="7360920" cy="5779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19" name="Image 0" descr="C:\dev\ai-web-auditor-mvp\output\example.com\screenshots\example.com___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932688"/>
            <a:ext cx="7040880" cy="52852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90288" y="6272784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example.com___page.png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Observation 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834640" y="228600"/>
            <a:ext cx="137160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834640" y="256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</a:rPr>
              <a:t>MEDIUM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49808"/>
            <a:ext cx="3794760" cy="5779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Rule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170432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a11y:region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007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Observation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901952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</a:rPr>
              <a:t>All page content should be contained by landmarks (moderate)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Page URL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55848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https://example.com/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413308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Page title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43342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Example Domain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502920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Sample target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5230368"/>
            <a:ext cx="3429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</a:rPr>
              <a:t>div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5870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75467"/>
                </a:solidFill>
              </a:rPr>
              <a:t>Axe help</a:t>
            </a:r>
            <a:endParaRPr lang="en-US" sz="10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594360" y="605332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0B63CE"/>
                </a:solidFill>
                <a:uFill>
                  <a:solidFill>
                    <a:srgbClr val="0B63CE"/>
                  </a:solidFill>
                </a:u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https://dequeuniversity.com/rules/axe/4.11/region?application=playwright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34840" y="749808"/>
            <a:ext cx="7360920" cy="5779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19" name="Image 0" descr="C:\dev\ai-web-auditor-mvp\output\example.com\screenshots\example.com___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932688"/>
            <a:ext cx="7040880" cy="52852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90288" y="6272784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467"/>
                </a:solidFill>
              </a:rPr>
              <a:t>example.com___page.png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AI Web Accessibility Auditor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A11y Audit Report - example.com</dc:title>
  <dc:subject>Accessibility scan for example.com</dc:subject>
  <dc:creator>AI Web Accessibility Auditor</dc:creator>
  <cp:lastModifiedBy>AI Web Accessibility Auditor</cp:lastModifiedBy>
  <cp:revision>1</cp:revision>
  <dcterms:created xsi:type="dcterms:W3CDTF">2026-03-05T09:10:46Z</dcterms:created>
  <dcterms:modified xsi:type="dcterms:W3CDTF">2026-03-05T09:10:46Z</dcterms:modified>
</cp:coreProperties>
</file>